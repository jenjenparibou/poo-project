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578FB-FC47-C2E7-EA1E-45A4938A8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691418-EDCB-FF6D-76DA-418C5C2AC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7F0E2F-BFA5-1B0D-66F9-BF32EA78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C140EC-F79B-E7DC-5AE2-444BBE87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4DAD26-EFDE-9C29-93A0-3540EDEB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25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2F1CC-0BC9-22C4-F37D-97C2F79A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44D8B3-ADF7-82CD-3C60-37A52F93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F180C0-B2C0-263E-CD10-AE1B8BA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1EA712-183F-24AF-C6DA-422767B1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B6BBEF-6CF9-95E8-D1E6-5259C511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786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B2496-B6FB-59EA-4577-9A597633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7F4971-6EB1-1996-C25E-70568F77B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D3669-FCBB-3393-C55A-70F7035C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372AA2-8CC1-6E07-68B0-082C1E4F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4FCDD-020F-2942-3980-D75C49FC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930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17CF4-5B29-5FE1-5DC0-BAA7B8B2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489B2E-B52C-E336-D2A3-2AF1723C7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C441A3-701A-B22D-2475-BBEF057B0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E6CBC6-090C-5BB9-5E6A-954CC6FD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C07F14-B906-A253-1101-59A068E3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F80550-8CBB-D732-46C3-6CCD41B7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870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E2998-F425-019A-C188-1D16D332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C39897-AA4D-065F-9F73-6FE66B88C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6B8FA2-E3D1-9C35-EA5A-728866FA2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371C71-0631-29C3-A2E2-18B9AA9B9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741106-F234-0E2F-B529-E6DA500FF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350C104-42D4-1702-4D23-7DBF5555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0DB59B-3550-ADC3-B8D3-BD79F4BE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D97385-079C-B734-1FA9-AC0D4971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067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4EED0-A655-3786-6F29-2A77CBBA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241ACE-5300-9738-A2B6-1C72E379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8DA1EE-92FE-1539-813F-878450A9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BB8D4D-CAEE-FABF-8C94-6D03225C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0939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F04A94E-733C-CC44-07A8-9005AB97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E95DE0-8B6F-F6CF-2914-D196A88D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2EB97B-6426-E505-1221-A409F224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269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1A6E6-534A-7B99-A326-206DF987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70854-59E5-5A16-0493-736C0A7E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444CA1-2B0E-DECB-0F3C-CE3E6B2C7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7CBA3E-2750-3FA1-23AE-86096D20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9377DC-5605-0B5B-E624-F3BAE484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4D4CF6-EB96-803C-48BA-C3AEF9BC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67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DDE487-8C9C-6894-0293-3CC76687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CAEA76-863B-12A7-FB64-198E19731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0164E8-EC9D-91AF-9D69-B38D44855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0A2A1B-CE58-0392-72EC-58BBF194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B60F26-6C3B-4BEB-972C-88BC25C2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BDFAE5-256A-BA88-7C2A-E519C475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967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0D3E3-12D6-175C-D621-18A12DC7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F6CDE4-95B6-7246-868F-C0BE01A14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C1BFB1-3DE7-1439-44FF-61077685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3A63D8-7213-9920-4192-1CE7A2A7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F85BFF-4217-D468-F18E-9BA461A6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730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0E56C64-BC02-8E81-E4FB-5E60036D6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8C4325-B739-F649-CBBB-83D12F80F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3ACF51-985C-EA69-09B7-70B49589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89F980-3662-CEBA-CDEF-4003D502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7013B5-C885-0634-C0AB-BA9B8533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577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3A4943-81E6-C560-929D-C32F9B1A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122B79-0A7B-A091-F6D3-87169AF59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0DCA9-5625-D134-B95F-8B8A752C9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8C32D-21FD-4A45-ABEE-80266BC028F4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519C56-AB2C-308B-55E3-85152C84B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A1A8A5-B09E-BF09-F59F-5BA582AA0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6BFCC-0AB8-4BBC-AA09-EF07AC71A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70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1C1F9-AB20-D2A8-7FC2-B986E9D43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138989-BDE3-107B-0564-69CA8175B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ordinateur, capture d’écran, ordinateur portable&#10;&#10;Le contenu généré par l’IA peut être incorrect.">
            <a:extLst>
              <a:ext uri="{FF2B5EF4-FFF2-40B4-BE49-F238E27FC236}">
                <a16:creationId xmlns:a16="http://schemas.microsoft.com/office/drawing/2014/main" id="{BF69EF1C-9455-8226-654F-80144939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76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00D8E1-0C47-0EFD-FD89-6F76F9C8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313CB2-6789-7B30-AAD9-EC8635F0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ordinateur, Matériel de bureau&#10;&#10;Le contenu généré par l’IA peut être incorrect.">
            <a:extLst>
              <a:ext uri="{FF2B5EF4-FFF2-40B4-BE49-F238E27FC236}">
                <a16:creationId xmlns:a16="http://schemas.microsoft.com/office/drawing/2014/main" id="{DD04FF9F-D751-0CD5-68FE-A7172759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30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72ABA-9048-733B-452B-61284692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C3EC2-5584-ACDA-1ACF-97F6EAD2D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458468D5-1397-4A7A-1DEE-567E7BA6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4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FCB1C-DD35-9A98-D38B-4E873901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87C1D5-A67F-191A-9F0F-5C276C4E2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BECD2233-1808-6797-9ECA-3A3D3452A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99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5E2B57-226A-D60F-5AEC-22383EEC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CD2E3B-F916-BCDB-2666-88D9FACF3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calculatrice&#10;&#10;Le contenu généré par l’IA peut être incorrect.">
            <a:extLst>
              <a:ext uri="{FF2B5EF4-FFF2-40B4-BE49-F238E27FC236}">
                <a16:creationId xmlns:a16="http://schemas.microsoft.com/office/drawing/2014/main" id="{88AD54BD-7BE1-82B7-EC5D-4E3E04DC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48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A8B636-0849-D8C9-2C13-97AD1B22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C69214-2EA7-AC5B-9FFD-7A59D5F3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Graphique&#10;&#10;Le contenu généré par l’IA peut être incorrect.">
            <a:extLst>
              <a:ext uri="{FF2B5EF4-FFF2-40B4-BE49-F238E27FC236}">
                <a16:creationId xmlns:a16="http://schemas.microsoft.com/office/drawing/2014/main" id="{BB7BFC0E-79E2-223A-490D-9B85461FF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709D4-0093-3980-85C6-156470BB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F0F781-1192-6FD6-BF0B-96BDECFA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D8EFC7B8-2A11-89AE-C5E2-84C7D246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88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B368F-099A-FA7E-ACCA-C8355224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705F90-9935-F836-22B4-59DFF6C8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Graphique&#10;&#10;Le contenu généré par l’IA peut être incorrect.">
            <a:extLst>
              <a:ext uri="{FF2B5EF4-FFF2-40B4-BE49-F238E27FC236}">
                <a16:creationId xmlns:a16="http://schemas.microsoft.com/office/drawing/2014/main" id="{511630AC-09A1-A3B3-2C52-08F89E77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21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F99C58-0AEF-2249-3672-B9DCD6FD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BB6342-B4B5-6223-A05B-CE4B2595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B4743E9-3E41-76FD-C71D-B1E09B12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16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9343F-9BF4-5431-829B-B9EEFF91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9CEC12-8D6A-EA08-5D16-5905754E0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184A60E-9498-F6E7-3C2F-AFAEAF61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51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046B74-54AC-BA4F-56F9-60FA0858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ACD580-DB61-BE28-C111-005FD2EC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ordinateur, Matériel de bureau&#10;&#10;Le contenu généré par l’IA peut être incorrect.">
            <a:extLst>
              <a:ext uri="{FF2B5EF4-FFF2-40B4-BE49-F238E27FC236}">
                <a16:creationId xmlns:a16="http://schemas.microsoft.com/office/drawing/2014/main" id="{35B14A8C-9F09-F982-B1BD-05514B73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66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Grand écran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Yahia Slimani</dc:creator>
  <cp:lastModifiedBy>Yahia Slimani</cp:lastModifiedBy>
  <cp:revision>2</cp:revision>
  <dcterms:created xsi:type="dcterms:W3CDTF">2025-12-31T01:33:50Z</dcterms:created>
  <dcterms:modified xsi:type="dcterms:W3CDTF">2025-12-31T01:38:09Z</dcterms:modified>
</cp:coreProperties>
</file>